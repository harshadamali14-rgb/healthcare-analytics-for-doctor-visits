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1" r:id="rId11"/>
    <p:sldId id="342" r:id="rId12"/>
    <p:sldId id="340" r:id="rId13"/>
    <p:sldId id="343" r:id="rId14"/>
    <p:sldId id="344" r:id="rId15"/>
    <p:sldId id="345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-802" y="-264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341147" cy="1411513"/>
          </a:xfrm>
        </p:spPr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Name- </a:t>
            </a:r>
            <a:r>
              <a:rPr lang="en-US" b="0" dirty="0" err="1">
                <a:solidFill>
                  <a:schemeClr val="tx1"/>
                </a:solidFill>
              </a:rPr>
              <a:t>Harshada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r>
              <a:rPr lang="en-US" b="0" dirty="0" err="1">
                <a:solidFill>
                  <a:schemeClr val="tx1"/>
                </a:solidFill>
              </a:rPr>
              <a:t>Nanabhau</a:t>
            </a:r>
            <a:r>
              <a:rPr lang="en-US" b="0" dirty="0">
                <a:solidFill>
                  <a:schemeClr val="tx1"/>
                </a:solidFill>
              </a:rPr>
              <a:t> Mali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 R. C. Patel Educational </a:t>
            </a:r>
            <a:r>
              <a:rPr lang="en-US" b="0" dirty="0" smtClean="0">
                <a:solidFill>
                  <a:schemeClr val="tx1"/>
                </a:solidFill>
              </a:rPr>
              <a:t>Trust's Institute </a:t>
            </a:r>
            <a:r>
              <a:rPr lang="en-US" b="0" dirty="0">
                <a:solidFill>
                  <a:schemeClr val="tx1"/>
                </a:solidFill>
              </a:rPr>
              <a:t>of Management Research and Development, </a:t>
            </a:r>
            <a:r>
              <a:rPr lang="en-US" b="0" dirty="0" err="1" smtClean="0">
                <a:solidFill>
                  <a:schemeClr val="tx1"/>
                </a:solidFill>
              </a:rPr>
              <a:t>Shirpur</a:t>
            </a:r>
            <a:endParaRPr lang="en-US" b="0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AICTE STU ID :</a:t>
            </a:r>
            <a:r>
              <a:rPr lang="en-IN" dirty="0">
                <a:solidFill>
                  <a:schemeClr val="tx1"/>
                </a:solidFill>
              </a:rPr>
              <a:t>STU6a5a433eac6fd1784300350</a:t>
            </a:r>
          </a:p>
          <a:p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79" y="2696505"/>
            <a:ext cx="9373734" cy="743448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Project Title </a:t>
            </a:r>
            <a:r>
              <a:rPr lang="en-GB" sz="3200" dirty="0" smtClean="0"/>
              <a:t>-</a:t>
            </a:r>
            <a:r>
              <a:rPr lang="en-US" sz="3200" dirty="0"/>
              <a:t>Healthcare Analytics for Doctor Visits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AutoShape 2" descr="• Healthcare utilization data contains patient, health, socioeconomic and access-related variables.&#10;• The project analyzes doctor-visit patterns to understand how visits vary across demographic and health-related groups.&#10;• The analysis focuses on measurable patterns that can support healthcare reporting and further investigation.&#10;• Results describe associations in the dataset; they do not establish causal relationships.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44" b="46053"/>
          <a:stretch/>
        </p:blipFill>
        <p:spPr bwMode="auto">
          <a:xfrm>
            <a:off x="675957" y="1589207"/>
            <a:ext cx="7131618" cy="2112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97" y="266733"/>
            <a:ext cx="8772843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</a:t>
            </a:r>
            <a:r>
              <a:rPr lang="en-GB" dirty="0" smtClean="0"/>
              <a:t>Description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5957" y="1148080"/>
            <a:ext cx="86001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Healthcare Analytics for Doctor Visits is a Python-based data analysis </a:t>
            </a:r>
            <a:r>
              <a:rPr lang="en-US" dirty="0" smtClean="0"/>
              <a:t>project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Workflow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Raw Dataset → Data Understanding → Data Cleaning → Feature Engineering → Statistical Analysis → Visualization → </a:t>
            </a:r>
            <a:r>
              <a:rPr lang="en-US" dirty="0" smtClean="0"/>
              <a:t>Insights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project creates additional analytical fields such as:</a:t>
            </a:r>
            <a:br>
              <a:rPr lang="en-US" dirty="0"/>
            </a:br>
            <a:r>
              <a:rPr lang="en-US" dirty="0" err="1"/>
              <a:t>Age_Years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Age_Group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Any_Chronic_Condition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Any_Healthcare_Coverage</a:t>
            </a:r>
            <a:r>
              <a:rPr lang="en-US" dirty="0"/>
              <a:t> </a:t>
            </a:r>
            <a:br>
              <a:rPr lang="en-US" dirty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analysis includes demographic, health, insurance, income, correlation, and cross-analysis.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8479" y="1748472"/>
            <a:ext cx="9286241" cy="4671219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/>
              <a:t>Doctors &amp; Healthcare Professionals</a:t>
            </a:r>
            <a:r>
              <a:rPr lang="en-US" sz="3600" dirty="0"/>
              <a:t> – Analyze patient visits, illness, health, and chronic conditions</a:t>
            </a:r>
            <a:r>
              <a:rPr lang="en-US" sz="36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600" b="1" dirty="0" smtClean="0"/>
              <a:t>Hospital </a:t>
            </a:r>
            <a:r>
              <a:rPr lang="en-US" sz="3600" b="1" dirty="0"/>
              <a:t>&amp; Clinic Managers</a:t>
            </a:r>
            <a:r>
              <a:rPr lang="en-US" sz="3600" dirty="0"/>
              <a:t> – Monitor healthcare utilization and patient patterns</a:t>
            </a:r>
            <a:r>
              <a:rPr lang="en-US" sz="36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600" b="1" dirty="0" smtClean="0"/>
              <a:t>Healthcare </a:t>
            </a:r>
            <a:r>
              <a:rPr lang="en-US" sz="3600" b="1" dirty="0"/>
              <a:t>Analysts</a:t>
            </a:r>
            <a:r>
              <a:rPr lang="en-US" sz="3600" dirty="0"/>
              <a:t> – Identify trends and relationships in patient data</a:t>
            </a:r>
            <a:r>
              <a:rPr lang="en-US" sz="36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600" b="1" dirty="0" smtClean="0"/>
              <a:t>Healthcare </a:t>
            </a:r>
            <a:r>
              <a:rPr lang="en-US" sz="3600" b="1" dirty="0"/>
              <a:t>Policy &amp; Planning Teams</a:t>
            </a:r>
            <a:r>
              <a:rPr lang="en-US" sz="3600" dirty="0"/>
              <a:t> – Use insights for healthcare planning and resource allocation</a:t>
            </a:r>
            <a:r>
              <a:rPr lang="en-US" sz="36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600" b="1" dirty="0" smtClean="0"/>
              <a:t>Researchers </a:t>
            </a:r>
            <a:r>
              <a:rPr lang="en-US" sz="3600" b="1" dirty="0"/>
              <a:t>&amp; Students</a:t>
            </a:r>
            <a:r>
              <a:rPr lang="en-US" sz="3600" dirty="0"/>
              <a:t> – Study healthcare utilization and patient behavior.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5818" y="1315059"/>
            <a:ext cx="9027702" cy="524344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Python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Core programming and analysis</a:t>
            </a:r>
          </a:p>
          <a:p>
            <a:r>
              <a:rPr lang="en-US" b="1" dirty="0"/>
              <a:t>Pandas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Data loading, cleaning and transformation</a:t>
            </a:r>
          </a:p>
          <a:p>
            <a:r>
              <a:rPr lang="en-US" b="1" dirty="0" err="1"/>
              <a:t>NumPy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Numerical operations and feature engineering</a:t>
            </a:r>
          </a:p>
          <a:p>
            <a:r>
              <a:rPr lang="en-US" b="1" dirty="0" err="1"/>
              <a:t>Matplotlib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Data visualization</a:t>
            </a:r>
          </a:p>
          <a:p>
            <a:r>
              <a:rPr lang="en-US" b="1" dirty="0" err="1"/>
              <a:t>Seaborn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Statistical visualization</a:t>
            </a:r>
          </a:p>
          <a:p>
            <a:pPr marL="0" indent="0">
              <a:buNone/>
            </a:pPr>
            <a:r>
              <a:rPr lang="en-US" dirty="0"/>
              <a:t>These are the tools specified in the project source.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62"/>
          <a:stretch/>
        </p:blipFill>
        <p:spPr>
          <a:xfrm>
            <a:off x="422959" y="1453957"/>
            <a:ext cx="8633968" cy="382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[Add screen shots of your code ]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38" y="1148080"/>
            <a:ext cx="7568622" cy="532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[Add screen shots of your code ]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82" y="1327060"/>
            <a:ext cx="8931414" cy="468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[Add screen shots of your code ]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87" y="1158240"/>
            <a:ext cx="8778634" cy="531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5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[Add screen shots of your code ]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74" y="1275371"/>
            <a:ext cx="7240526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6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[Add screen shots of your code ]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7" y="1194091"/>
            <a:ext cx="6781483" cy="527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6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[Add screen shots of your code ]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5" r="53838"/>
          <a:stretch/>
        </p:blipFill>
        <p:spPr>
          <a:xfrm>
            <a:off x="675956" y="1159510"/>
            <a:ext cx="8275003" cy="531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3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40" y="2954020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589</TotalTime>
  <Words>191</Words>
  <Application>Microsoft Office PowerPoint</Application>
  <PresentationFormat>Custom</PresentationFormat>
  <Paragraphs>43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Facet</vt:lpstr>
      <vt:lpstr>Project Title -Healthcare Analytics for Doctor Visits </vt:lpstr>
      <vt:lpstr>PROBLEM  STATEMENT</vt:lpstr>
      <vt:lpstr>Project Description 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Admin</cp:lastModifiedBy>
  <cp:revision>76</cp:revision>
  <dcterms:created xsi:type="dcterms:W3CDTF">2021-07-11T13:13:15Z</dcterms:created>
  <dcterms:modified xsi:type="dcterms:W3CDTF">2026-09-23T14:38:42Z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